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SM2 安全数据交换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基于国密算法的对等系统间安全通信解决方案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8463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技术分享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572000"/>
            <a:ext cx="1737360" cy="411480"/>
          </a:xfrm>
          <a:prstGeom prst="rect">
            <a:avLst/>
          </a:prstGeom>
          <a:solidFill>
            <a:srgbClr val="252D4A"/>
          </a:solidFill>
          <a:ln w="1270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SM2 密钥协商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572000"/>
            <a:ext cx="1737360" cy="411480"/>
          </a:xfrm>
          <a:prstGeom prst="rect">
            <a:avLst/>
          </a:prstGeom>
          <a:solidFill>
            <a:srgbClr val="252D4A"/>
          </a:solidFill>
          <a:ln w="1270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SM4-GCM 加解密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572000"/>
            <a:ext cx="1737360" cy="411480"/>
          </a:xfrm>
          <a:prstGeom prst="rect">
            <a:avLst/>
          </a:prstGeom>
          <a:solidFill>
            <a:srgbClr val="252D4A"/>
          </a:solidFill>
          <a:ln w="1270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会话管理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572000"/>
            <a:ext cx="1737360" cy="411480"/>
          </a:xfrm>
          <a:prstGeom prst="rect">
            <a:avLst/>
          </a:prstGeom>
          <a:solidFill>
            <a:srgbClr val="252D4A"/>
          </a:solidFill>
          <a:ln w="1270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防重放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4572000"/>
            <a:ext cx="1737360" cy="411480"/>
          </a:xfrm>
          <a:prstGeom prst="rect">
            <a:avLst/>
          </a:prstGeom>
          <a:solidFill>
            <a:srgbClr val="252D4A"/>
          </a:solidFill>
          <a:ln w="1270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Spring Boot 自动配置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00  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为什么需要这套安全数据交换方案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总体架构设计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414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对等系统架构 · 分层设计 · 模块依赖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71216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712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HTTP 协议规范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912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握手协议 · 业务请求格式 · 防重放 · 密钥失效处理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21024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210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核心模块实现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4106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会话管理 · SM2 密钥协商 · SM4 加解密 · 网络通信 · 访问控制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70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SDK 使用指南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90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Spring Boot 自动配置 · Sm2HttpClient · @Sm2Api 注解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工程实践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40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密钥管理 · 超时重试 · 熔断降级 · 监控告警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70448"/>
            <a:ext cx="5486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870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版本规划与总结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190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演进路线 · 安全加固 ·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微软雅黑" panose="020B0503020204020204" charset="-122"/>
              </a:defRPr>
            </a:pPr>
            <a:r>
              <a:t>🔴 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系统间数据交互缺乏统一的安全标准，各自实现加解密逻辑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对接过程中密钥管理混乱，私钥硬编码、明文传输时有发生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对接联调成本高：双方需深入理解国密算法细节才能对接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缺乏会话管理机制，密钥长期不变，存在安全隐患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🟢 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提供标准化 SDK，双方只需引入依赖 + 配置即可安全通信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基于国密算法（SM2/SM3/SM4），满足合规要求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对等架构：一个 SDK，同时支持主动调用和被动响应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透明加解密：业务代码只处理明文，SDK 自动完成加解密、握手、续期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463040"/>
            <a:ext cx="19050" cy="36576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核心理念：协议是契约，SDK 是便捷封装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如果对方不信任你的 SDK，可以照着 HTTP 协议规范自己写实现。SDK 只是这份协议的便捷封装，协议本身才是双方通信的契约。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总体架构设计 — 对等系统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4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1031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381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系统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主动调用：sm2Client.post("/api/pay")</a:t>
            </a:r>
            <a:br/>
            <a:r>
              <a:t>被动响应：@Sm2Api → 接收 B 的查询请求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21031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0352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系统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830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主动调用：sm2Client.get("/api/query")</a:t>
            </a:r>
            <a:br/>
            <a:r>
              <a:t>被动响应：@Sm2Api → 接收 A 的支付请求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⟷  SM2 握手 + SM4 加密通信  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设计理念：一个 SDK，两种角色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不在代码层面区分"客户端 SDK"和"服务端 SDK"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通过 yml 配置决定当前系统开启哪些能力：client.enabled / server.enabled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• 双方各自引入同一个 JAR，配自己的私钥 + 对方的公钥即可通信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03520"/>
            <a:ext cx="10332720" cy="137160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# 系统 A 配置（既做客户端又做服务端）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sm2-sdk: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my-identity: SYSTEM_A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my-private-key: /secure/a_private.pem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peer.SYSTEM_B: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public-key: /secure/b_public.pem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server-url: https://api.system-b.com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client.enabled: true      # 开启主动调用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server.enabled: true      # 开启被动响应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总体架构设计 — 分层设计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5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858000" cy="96012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业务应用层</a:t>
            </a:r>
          </a:p>
          <a:p>
            <a:pPr>
              <a:defRPr sz="100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主动调用：sm2Client.get()/post()/put()/delete()</a:t>
            </a:r>
            <a:br/>
            <a:r>
              <a:t>被动响应：@Sm2Api 注解标记 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6858000" cy="960120"/>
          </a:xfrm>
          <a:prstGeom prst="rect">
            <a:avLst/>
          </a:prstGeom>
          <a:solidFill>
            <a:srgbClr val="3A6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SDK 门面层</a:t>
            </a:r>
          </a:p>
          <a:p>
            <a:pPr>
              <a:defRPr sz="100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Sm2HttpClient（主动调用）+ Sm2ServerFilter（被动响应）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83280"/>
            <a:ext cx="6858000" cy="960120"/>
          </a:xfrm>
          <a:prstGeom prst="rect">
            <a:avLst/>
          </a:prstGeom>
          <a:solidFill>
            <a:srgbClr val="4A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会话管理模块（核心）</a:t>
            </a:r>
          </a:p>
          <a:p>
            <a:pPr>
              <a:defRPr sz="100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会话创建/接收 · 密钥缓存(Caffeine+Redis) · 生命周期管理 · 并发控制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434840"/>
            <a:ext cx="6858000" cy="960120"/>
          </a:xfrm>
          <a:prstGeom prst="rect">
            <a:avLst/>
          </a:prstGeom>
          <a:solidFill>
            <a:srgbClr val="5A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SM2 密钥协商</a:t>
            </a:r>
          </a:p>
          <a:p>
            <a:pPr>
              <a:defRPr sz="100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临时密钥对生成 · 共享密钥计算(ECDH) · KDF 密钥派生(SM3)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486400"/>
            <a:ext cx="6858000" cy="960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SM4 加解密</a:t>
            </a:r>
          </a:p>
          <a:p>
            <a:pPr>
              <a:defRPr sz="100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业务数据加密(GCM) · 认证标签生成/校验 · 会话密钥自动绑定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关键依赖关系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业务层只依赖 Sm2HttpClient + @Sm2Api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会话管理层依赖密钥协商模块和加解密模块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加解密基于 Hutool 实现 SM2/SM3/SM4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主动调用使用 Hutool HttpUtil，被动响应使用 Servlet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注解驱动 vs 配置兜底：正常用注解，第三方接口用 path.include/exclude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HTTP 协议规范 — 整体约定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6 /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项目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约定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传输协议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HTTPS（必须）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 密钥协商 (GB/T 32918.3) + SM4-GCM 加解密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编码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所有二进制字段使用 Base64 编码传输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字符编码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UTF-8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时间戳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Unix 毫秒时间戳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SM4 模式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GCM（认证加密），IV 12字节 / TAG 16字节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AAD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sessionId 的 UTF-8 字节（不随请求体传输，从 Header 提取）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防重放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握手层：时间戳偏差 ≤ 300s；业务层：Nonce 5分钟去重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协议版本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 protocolVersion 字段协商，不兼容降级重试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通用请求格式（所有 HTTP 方法统一）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{GET|POST|PUT|DELETE} /api/xxx    ← HTTP 方法和路径与明文接口保持一致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Content-Type: text/plain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X-Session-Id: {sessionId}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X-Timestamp: {unixMillis}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X-Nonce: {16字节随机数 Base64}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Body: BASE64( IV[12字节] || CIPHERTEXT || TAG[16字节]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HTTP 协议规范 — 三次握手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第一步：客户端 → 服务端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POST /sm2/handshake/init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发送：ephemeralPublicKey(RA) + clientId + ZA + timestamp + signature</a:t>
            </a:r>
            <a:br/>
            <a:r>
              <a:t>签名内容：dA 对 (RA || clientId || ZA || timestamp) 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第二步：服务端 → 客户端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HTTP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返回：sessionId + ephemeralPublicKey(RB) + confirmation(SB)</a:t>
            </a:r>
            <a:br/>
            <a:r>
              <a:t>已计算共享密钥并派生 SM4 会话密钥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第三步：客户端 → 服务端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POST /sm2/handshake/confirm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发送：sessionId + confirmation(SA)</a:t>
            </a:r>
            <a:br/>
            <a:r>
              <a:t>服务端验证 SA → 握手成功 → 后续用 sessionId 发业务请求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💡 关键：三次握手后，双方各自计算出相同的共享密钥，但密钥本身从未在网络中传输。中间人无法从截获的公钥反推私钥（椭圆曲线离散对数难题）。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HTTP 协议规范 — 业务请求格式速查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8 /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5212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HTTP 方法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Body 明文格式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GET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{"key1":"value1","key2":"value2"}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Query 参数键值对 → JSON，无参数时为空字符串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{"field1":"value1","nested":{"a":1}}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 JSON Body，无 Body 时为空字符串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POST(文件)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{"field1":"value1","fileData":"BASE64..."}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表单字段 + 文件 Base64 合入一个 JSON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PUT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{"field1":"newValue1",...}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 JSON Body，与 POST 规则一致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DELETE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{"id":"xxx","reason":"..."}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删除条件 → JSON，无参数时为空字符串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统一原则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无论哪种 HTTP 方法，Body 的明文始终是合法的 JSON 字符串（或空字符串），加密后按 BASE64(IV || CIPHERTEXT || TAG) 格式放入 Body，Content-Type 统一为 text/plain。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6400800" cy="146304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GET 请求（查询参数加密在 Body）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GET /api/user/query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Content-Type: text/plain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X-Session-Id: a1b2c3d4-e5f6-...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X-Timestamp: 1719676800000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X-Nonce: RfG3kL9mP2sV7wX1Y5zA==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Body: s8dF2kL9mP3xR7wX1yA5zB6cD0eF4gH8...（Base64 密文）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业务响应格式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4297680"/>
            <a:ext cx="4572000" cy="210312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HTTP 200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Content-Type: text/plain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X-Session-Expired: 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Body: BASE64( IV[12B] ||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   CIPHERTEXT ||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   TAG[16B] 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HTTP 协议规范 — 密钥失效处理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三种失效场景 + 自动恢复（对调用方完全透明）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21031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微软雅黑" panose="020B0503020204020204" charset="-122"/>
              </a:defRPr>
            </a:pPr>
            <a:r>
              <a:t>场景一：会话自然过期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服务端返回 HTTP 401 + X-Session-Expired: true</a:t>
            </a:r>
            <a:br/>
            <a:r>
              <a:t>→ 客户端自动重新握手（3 次 HTTPS）</a:t>
            </a:r>
            <a:br/>
            <a:r>
              <a:t>→ 用新会话重试原请求</a:t>
            </a:r>
            <a:br/>
            <a:r>
              <a:t>→ 总耗时约 50ms + 原请求耗时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566160" cy="21031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56616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场景二：竞争窗口过期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客户端本地缓存显示会话还有 2 分钟</a:t>
            </a:r>
            <a:br/>
            <a:r>
              <a:t>请求到达服务端时刚好过期</a:t>
            </a:r>
            <a:br/>
            <a:r>
              <a:t>→ 处理方式同场景一，自动恢复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566160" cy="21031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56616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微软雅黑" panose="020B0503020204020204" charset="-122"/>
              </a:defRPr>
            </a:pPr>
            <a:r>
              <a:t>场景三：TAG 校验失败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密钥不一致或被篡改</a:t>
            </a:r>
            <a:br/>
            <a:r>
              <a:t>返回 400 + errorCode=21202</a:t>
            </a:r>
            <a:br/>
            <a:r>
              <a:t>→ 废弃当前会话 → 重新握手 → 重试</a:t>
            </a:r>
            <a:br/>
            <a:r>
              <a:t>（不能简单重试——密钥仍会失败）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客户端自动重试协议约定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754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00400"/>
                <a:gridCol w="25603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服务端返回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客户端行为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重试原请求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HTTP 401 + X-Session-Expired: true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会话过期/不存在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重握手 → 重试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✅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HTTP 400 + errorCode=21202(TAG失败)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密钥不一致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废弃会话 → 重握手 → 重试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✅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HTTP 400 + errorCode=21103(签名失败)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握手阶段证书问题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检查本方密钥配置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❌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HTTP 403 + Nonce 重复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重放攻击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生成新 Nonce 重试一次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✅(一次)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核心模块 — 会话管理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会话生命周期管理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本地缓存：ConcurrentHashMap + 过期时间戳（客户端）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分布式缓存：Redis（服务端多实例共享）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968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惰性删除：获取时检查过期 → 自动删除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定时清理：后台线程每 60s 扫描清理超时会话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649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自动续期：剩余有效期 &lt; 5min 时自动续期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Rekey：续期时派生新 SM4 密钥，防止密钥过度使用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总生命周期上限：24h，超限强制重握手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171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限次策略：单会话最多 1000 次请求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0118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并发控制：同一 sessionId 加锁防止重复握手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双级缓存架构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4846320" cy="146304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4846320" cy="381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本地 Caffeine 缓存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317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客户端主动调用时使用</a:t>
            </a:r>
            <a:br/>
            <a:r>
              <a:t>存储自己的会话密钥</a:t>
            </a:r>
            <a:br/>
            <a:r>
              <a:t>低延迟，进程内访问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566160"/>
            <a:ext cx="4846320" cy="146304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3566160"/>
            <a:ext cx="484632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Redis 分布式缓存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069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服务端被动响应时使用</a:t>
            </a:r>
            <a:br/>
            <a:r>
              <a:t>多实例共享会话</a:t>
            </a:r>
            <a:br/>
            <a:r>
              <a:t>键: sm2:session:{sessionId}</a:t>
            </a:r>
            <a:br/>
            <a:r>
              <a:t>SM4 加密存储，密钥仅存内存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5303520"/>
            <a:ext cx="4846320" cy="109728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5303520"/>
            <a:ext cx="484632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Redis 安全存储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Redis 中的 Session 对象用本地随机生成的</a:t>
            </a:r>
            <a:br/>
            <a:r>
              <a:t>SM4 密钥加密后存储</a:t>
            </a:r>
            <a:br/>
            <a:r>
              <a:t>密钥仅存在于内存，重启后旧会话自动失效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核心模块 — SM2 密钥协商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基于 GB/T 32918.3-2016 标准密钥交换协议，实现 ECDH 密钥协商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ECDH 核心原理（颜色混合类比）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6400800" cy="256032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公开基点 G = 黄色颜料（所有人相同）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Alice 私钥 dA = 红色  →  公钥 PA = 红+黄 = 橙色（可公开）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Bob   私钥 dB = 蓝色  →  公钥 PB = 蓝+黄 = 绿色（可公开）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Alice 计算: dA × PB = 红 + 绿 = 红+蓝+黄 = 棕色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Bob   计算: dB × PA = 蓝 + 橙 = 蓝+红+黄 = 棕色  } 相同！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数学本质：dA × (dB × G) = dB × (dA × 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运算顺序可交换，但不可逆（椭圆曲线离散对数难题）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KDF 密钥派生 (GB/T 32918.4)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194560"/>
            <a:ext cx="4572000" cy="3749039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输入：Z = x1 || ZA || ZB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  klen = 480 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算法：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ct = 0x00000001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对 i = 1 to ceil(klen/256):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Ha[i] = SM3(Z || ct)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ct++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派生输出：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偏移 0    → SM4 会话密钥 (128位)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偏移 128  → SM4 IV 初始值 (96位)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偏移 224  → HMAC-SM3 密钥 (256位, 可选)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0292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760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参数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默认值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w (椭圆曲线)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127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 推荐曲线 w = ⌈log₂(n)⌉ - 1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时间戳容差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300s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超过偏差则拒绝握手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可辨别标识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双方自定义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IDA/IDB 用于计算 ZA/ZB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派生总长度 klen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480位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16+12+32 字节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核心模块 — SM4 加解密 &amp; 网络通信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SM4-GCM 加解密模块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强制使用 GCM 模式（认证加密，自带完整性校验）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绝对禁止 ECB 模式；环境不支持 GCM 则降级 CBC+HMAC-SM3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968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密钥 128位 + GCM IV 96位 + TAG 128位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AAD 固定为 sessionId.getBytes(UTF_8)，从 Header 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649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传输格式：Base64(iv + ciphertext + tag)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解密时自动 TAG 校验，失败抛 IntegrityException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两层接口设计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663440"/>
          <a:ext cx="5760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输入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输出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底层(纯加密)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key, iv, aad, plaintext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ciphertext + tag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上层(业务用)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sessionId, plaintext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Base64 密文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网络通信层设计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核心原则：仅指定的接口走加解密通道，不影响项目内其他 HTTP 通信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服务端：@Sm2Api 注解标记 → Filter 自动加解密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客户端：Sm2HttpClient 工具类 → 内部用 Hutool HttpUtil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369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无注解的接口 → 直接放行，明文透传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210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项目中 RestTemplate/Feign/OkHttp 不受影响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一次调用全链路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663440"/>
            <a:ext cx="5029200" cy="201168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系统 A                          系统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sm2Client.post("/api/pay")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├─ 自动握手 ──────────────────→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├─ SM4-GCM 加密 body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├─ Hutool HttpUtil 发送 ──────→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│                              ├─ @Sm2Api 检测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│                              ├─ 解密 → Controller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│                              ├─ 加密 response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│  ←──────────────────────────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00C9A7"/>
                </a:solidFill>
                <a:latin typeface="Consolas" panose="020B0609020204030204"/>
              </a:defRPr>
            </a:pPr>
            <a:r>
              <a:t>  └─ 解密 response →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核心模块 — 接口访问控制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不同客户端有不同接口访问权限，由服务端统一管控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SPI 扩展接口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760720" cy="137160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public interface ApiAccessProvider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boolean check(String clientId, String path, String method);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List&lt;String&gt; getAllowedPaths(String clientId);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default void refresh()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两种实现方式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743200" cy="201168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2743200" cy="381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配置文件（默认）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application.yml 中配置</a:t>
            </a:r>
            <a:br/>
            <a:r>
              <a:t>支持 Ant 风格通配符</a:t>
            </a:r>
            <a:br/>
            <a:r>
              <a:t>支持热更新</a:t>
            </a:r>
            <a:br/>
            <a:r>
              <a:t>零代码即可使用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297680"/>
            <a:ext cx="2743200" cy="201168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4297680"/>
            <a:ext cx="27432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数据库（自定义）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800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实现 ApiAccessProvider</a:t>
            </a:r>
            <a:br/>
            <a:r>
              <a:t>查询 MySQL/PostgreSQL</a:t>
            </a:r>
            <a:br/>
            <a:r>
              <a:t>Caffeine 本地缓存</a:t>
            </a:r>
            <a:br/>
            <a:r>
              <a:t>动态变更实时生效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配置文件示例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194560"/>
            <a:ext cx="5029200" cy="411480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sm2: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access: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default-policy: deny    # 默认拒绝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clients: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client-payment: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paths: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  - /api/payment/**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  - /api/order/query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client-report: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paths: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  - /api/report/**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  - /api/order/query    # 只读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client-admin: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paths: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C9A7"/>
                </a:solidFill>
                <a:latin typeface="Consolas" panose="020B0609020204030204"/>
              </a:defRPr>
            </a:pPr>
            <a:r>
              <a:t>          - /api/**             # 全部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SDK 使用指南 — 接入概览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一个依赖 + 一份配置 + 注解/工具类 = 安全通信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16459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381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① 引入依赖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pom.xml 加一个 sm2-sdk-spring-boot-starter</a:t>
            </a:r>
            <a:br/>
            <a:r>
              <a:t>Fat JAR ~3MB，内置 Hutool + Caffeine +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566160" cy="16459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56616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② 配置 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本方私钥 + 对方公钥 + 按需开启 client/server</a:t>
            </a:r>
            <a:br/>
            <a:r>
              <a:t>支持 配置文件 / 环境变量 / 代码编程 三种配置方式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566160" cy="16459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56616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③ 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主动调用：注入 Sm2HttpClient → get()/post()/put()/delete()</a:t>
            </a:r>
            <a:br/>
            <a:r>
              <a:t>被动响应：Controller 上加 @Sm2Api → SDK 自动加解密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接入检查清单（极简 3 步）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389120"/>
          <a:ext cx="11338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38404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步骤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操作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服务端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客户端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①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加依赖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sm2-sdk-spring-boot-starter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同一个 JAR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②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配 yml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私钥 + 客户端公钥 + Redis</a:t>
                      </a:r>
                    </a:p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+ sm2.access 访问控制规则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client-id + 自身私钥</a:t>
                      </a:r>
                    </a:p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+ 服务端公钥 + server-url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③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Controller 上加 @Sm2Api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注入 Sm2HttpClient</a:t>
                      </a:r>
                    </a:p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调 get()/post()/put()/delete()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💡 项目中原有的 RestTemplate / Feign / OkHttp 调用完全不受影响，只有走 Sm2HttpClient 的请求才经过 SM2 通道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SDK 使用指南 — 主动调用（客户端）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Sm2HttpClient — 工具类方式（推荐），内部使用 Hutool HttpUtil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核心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5943600" cy="338328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@Autowired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private Sm2HttpClient sm2Client;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===== GET 请求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UserInfo user = sm2Client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.get("/api/user/query")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.param("idCard", "110101199001011234")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.execute(UserInfo.class);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===== POST 请求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Result r = sm2Client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.post("/api/payment/submit")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.body(orderRequest)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.execute(Result.class);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===== PUT 请求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sm2Client.put("/api/user/update")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.body(updateRequest).execute(Void.class);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===== DELETE 请求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sm2Client.delete("/api/cache/clear")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.param("scope", "all").execute(Void.class);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SDK 内部自动完成（每次 execute）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① 会话检查 → 无有效会话则自动 SM2 握手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② 生成随机 IV → SM4-GCM 加密 body → Base64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③ 注入 Header: X-Session-Id + Timestamp + Nonce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46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④ 通过 Hutool HttpUtil 发送 HTTPS 请求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⑤ 校验响应 TAG → SM4-GCM 解密 body → 返回明文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⑥ 会话快过期 → 自动后台续期（对调用方透明）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纯手动模式（无 Spring）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5029200"/>
            <a:ext cx="5029200" cy="164592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Sm2HttpClient client = Sm2HttpClient.create(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SdkConfig.builder()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    .clientIdentity("CLIENT_001")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    .serverIdentity("SERVER_PAYMENT")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    .clientPrivateKeyPem("/path/to/key.pem")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    .serverPublicKeyPem("/path/to/pub.pem")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    .serverUrl("https://api.xxx.com")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    .build());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UserInfo user = client.get("/api/user/query")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00C9A7"/>
                </a:solidFill>
                <a:latin typeface="Consolas" panose="020B0609020204030204"/>
              </a:defRPr>
            </a:pPr>
            <a:r>
              <a:t>    .param("id", "123").execute(UserInfo.class);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SDK 使用指南 — 被动响应（服务端）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@Sm2Api 注解 — 服务端不需要写任何加解密代码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@Sm2Api 用法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6217920" cy="438912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方式1：标记在方法上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@RestController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public class PaymentController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@Sm2Api   // ← 仅该方法需要加解密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@PostMapping("/api/payment/submit")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public Result submit(@RequestBody PaymentRequest req)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    // req 已经是解密后的明文，直接使用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    return paymentService.process(req);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// 不加注解 → SM2 过滤器直接放行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@GetMapping("/internal/health")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  public String health() { return "OK";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// 方式2：标记在类上 → 整个 Controller 都需要加解密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@Sm2Api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@RestController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@RequestMapping("/api/sensitive")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public class SensitiveController { ...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Filter 执行流程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03120"/>
            <a:ext cx="5029200" cy="4389120"/>
          </a:xfrm>
          <a:prstGeom prst="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请求进入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根据 URL 查找 HandlerMethod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├─ 方法或类上有 @Sm2Api？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├─ 是 → 提取 sessionId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       → 查缓存取密钥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       → 解密 body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       → 替换为明文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       → 放行到 Controller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       ↑ 响应时自动加密 ← 返回后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C9A7"/>
                </a:solidFill>
                <a:latin typeface="Consolas" panose="020B0609020204030204"/>
              </a:defRPr>
            </a:pPr>
            <a:r>
              <a:t>  │    └─ 否 → 直接放行（明文透传）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安全特性总览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三层密钥架构 — 逐层缩小爆炸半径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7432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生命周期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泄露影响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L1 静态密钥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 公私钥对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长期（手动更换）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需重新分发公钥，但历史会话安全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临时密钥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 临时密钥对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单次握手（秒级）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仅影响当次握手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L3 会话密钥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SM4 对称密钥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单次会话（默认5分钟）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仅泄露该会话内的数据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安全防护矩阵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519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5212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防护项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机制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密钥传输安全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 密钥交换 (ECDH)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私钥从不出现在网络中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数据机密性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SM4-GCM 对称加密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所有业务数据密文传输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数据完整性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SM3 + GCM TAG 校验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防篡改、防伪造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防重放攻击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Nonce + 时间戳双重校验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每次请求唯一标识，Bloom+Redis两级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身份认证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SM2 签名 + ZA/ZB 确认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双向身份确认，防中间人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前向安全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ECDH 临时密钥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每次握手新密钥，历史会话不可追溯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会话隔离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独立 SM4 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会话间数据完全隔离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内存安全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MemoryCleanUtil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密钥使用后立即 Arrays.fill 清零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工程实践 — 超时重试 &amp; 熔断降级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超时与重试机制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握手超时：5s，失败最多重试 3 次（1s, 2s, 4s 递增）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会话过期：自动触发重握手 → 重试原请求（透明）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968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重握手失败：抛出 SessionEstablishException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熔断保护：连续 5 次握手失败 → 熔断 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649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POST 幂等保护：Body JSON 中 _idempotencyKey 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降级与逃生策略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48056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74903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场景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降级策略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恢复条件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KMS 不可用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使用本地 DEK 缓存文件（SM2 公钥加密）继续服务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KMS 恢复后自动切回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Redis 不可用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降级为本地内存缓存（单机模式）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Redis 恢复后切回分布式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握手服务整体异常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 HandshakeFailedException</a:t>
                      </a:r>
                    </a:p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可配置 fallback.enabled 使用上次会话密钥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握手成功率恢复后关闭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Nonce 校验 Redis 故障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仅依赖时间戳校验（降低安全级别），记录告警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Redis 恢复后恢复双重校验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极端逃生（人工审批）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管理员临时关闭加密（明文传输）</a:t>
                      </a:r>
                    </a:p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全量审计 + P1 告警 + 最长 10 分钟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故障修复后立即关闭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工程实践 — 异常码体系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5 位数字编码：ABC(模块) + DD(具体错误)  →  格式：级别·角色·操类型·序号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1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371600"/>
                <a:gridCol w="4114800"/>
                <a:gridCol w="374903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错误码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级别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操作类型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处理建议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11301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⚠️警告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客户端会话已过期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自动重握手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21202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🔴严重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加解密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SM4 解密 TAG 校验失败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废弃会话，重握手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21103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🔴严重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服务端证书验签失败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检查服务端公钥配置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11108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⚠️警告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握手超时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检查网络，增加超时时间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22301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🔴严重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服务端会话不存在或已过期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 401 让客户端重握手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29001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🔴严重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Nonce 重复（防重放拦截）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可能遭遇重放攻击，告警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31401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💀致命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客户端私钥未配置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检查密钥配置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19003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⚠️警告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连续握手失败超限，触发熔断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暂停服务，等待恢复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SDK 异常码 → HTTP 状态码映射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4864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HTTP 状态码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SDK 错误码范围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成功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400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21103, 21106, 21202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客户端请求错误（签名失败/密钥确认失败/数据篡改）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11301, 22301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会话过期/不存在，需要重握手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403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11104, 22102, 29001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非法密钥/公钥验证失败/Nonce重复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408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11108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握手超时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429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12303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请求频率超限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19004, 39000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服务端内部错误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工程实践 — 监控与告警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Prometheus 监控指标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sm2_handshake_total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握手总次数（按成功/失败区分）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sm2_handshake_duration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76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握手耗时分布（P50/P99）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sm2_session_active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当前活跃会话数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7121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sm2_encrypt_requests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71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加密请求总数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sm2_decrypt_errors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18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解密失败次数（TAG/过期分类）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sm2_replay_blocks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防重放拦截次数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告警规则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75120" y="1828800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告警项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处理建议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握手失败率 &gt; 10%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最近 5min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检查网络/密钥配置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TAG校验失败突增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1min &gt; 10次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可能遭遇篡改攻击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会话数超过上限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&gt; 10000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检查会话泄漏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Nonce重复率 &gt; 1%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最近 5min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可能遭遇重放攻击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751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日志规范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114800"/>
            <a:ext cx="2377440" cy="11887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4114800"/>
            <a:ext cx="237744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✅ 必须记录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617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握手开始/成功/失败</a:t>
            </a:r>
            <a:br/>
            <a:r>
              <a:t>会话创建/续期/销毁</a:t>
            </a:r>
            <a:br/>
            <a:r>
              <a:t>加解密异常</a:t>
            </a:r>
            <a:br/>
            <a:r>
              <a:t>防重放拦截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4114800"/>
            <a:ext cx="2377440" cy="1188720"/>
          </a:xfrm>
          <a:prstGeom prst="rect">
            <a:avLst/>
          </a:prstGeom>
          <a:solidFill>
            <a:srgbClr val="25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4114800"/>
            <a:ext cx="237744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微软雅黑" panose="020B0503020204020204" charset="-122"/>
              </a:defRPr>
            </a:pPr>
            <a:r>
              <a:t>❌ 严禁记录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617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SM2 私钥</a:t>
            </a:r>
            <a:br/>
            <a:r>
              <a:t>共享密钥 K</a:t>
            </a:r>
            <a:br/>
            <a:r>
              <a:t>SM4 会话密钥</a:t>
            </a:r>
            <a:br/>
            <a:r>
              <a:t>业务明文数据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577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正确：sessionId=abc123, 协商成功, 耗时=12ms</a:t>
            </a:r>
            <a:br/>
            <a:r>
              <a:t>❌ 错误：sessionId=abc123, key=3F7A8B..., iv=9E2D...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 版本演进规划 &amp; 安全加固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D7"/>
                </a:solidFill>
                <a:latin typeface="微软雅黑" panose="020B0503020204020204" charset="-122"/>
              </a:defRPr>
            </a:pPr>
            <a:r>
              <a:t>版本演进路线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029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版本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预计工作量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D5B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V1.0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 SM2 密钥协商 + SM4-GCM 加解密 + 内存会话管理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3 人周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V1.1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Redis 分布式会话管理 + 自动续期 + Nonce 防重放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 人周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V1.2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熔断降级 + Metrics 监控 + 配置热更新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2 人周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252D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V2.0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双证书认证 (GM/T 0024) + 硬件密码机 (HSM) 适配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D5E8"/>
                          </a:solidFill>
                          <a:latin typeface="微软雅黑" panose="020B0503020204020204" charset="-122"/>
                        </a:defRPr>
                      </a:pPr>
                      <a:r>
                        <a:t>4 人周</a:t>
                      </a:r>
                    </a:p>
                  </a:txBody>
                  <a:tcPr>
                    <a:lnL w="6350">
                      <a:solidFill>
                        <a:srgbClr val="3A4A6A"/>
                      </a:solidFill>
                    </a:lnL>
                    <a:lnR w="6350">
                      <a:solidFill>
                        <a:srgbClr val="3A4A6A"/>
                      </a:solidFill>
                    </a:lnR>
                    <a:lnT w="6350">
                      <a:solidFill>
                        <a:srgbClr val="3A4A6A"/>
                      </a:solidFill>
                    </a:lnT>
                    <a:lnB w="6350">
                      <a:solidFill>
                        <a:srgbClr val="3A4A6A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编译期安全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ProGuard 代码混淆，降低逆向风险</a:t>
            </a:r>
            <a:br/>
            <a:r>
              <a:t>▸ 敏感字符串编译期加密</a:t>
            </a:r>
            <a:br/>
            <a:r>
              <a:t>▸ Jar 包 MD5/SHA256 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运行期安全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临时密钥使用后 Arrays.fill 清零</a:t>
            </a:r>
            <a:br/>
            <a:r>
              <a:t>▸ 堆外内存 (ByteBuffer.allocateDirect)</a:t>
            </a:r>
            <a:br/>
            <a:r>
              <a:t>▸ -XX:+DisableAttachMechanism 防内存 dump</a:t>
            </a:r>
            <a:br/>
            <a:r>
              <a:t>▸ SDK 自身 Jar 包启动时验签防篡改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通信安全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377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▸ HTTPS + SM4 双重加密</a:t>
            </a:r>
            <a:br/>
            <a:r>
              <a:t>▸ HSTS 强制 HTTPS</a:t>
            </a:r>
            <a:br/>
            <a:r>
              <a:t>▸ 证书固定 (Pinning) + 多指纹备份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发布前质量门禁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单元测试覆盖率 ≥ 80%（核心模块 ≥ 95%）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集成测试：模拟完整握手+加密流程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兼容性测试：JDK 8 / 11 /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性能测试：单次握手 ≤ 50ms（不含网络）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安全扫描：OWASP Dependency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✅ 代码规范：Checkstyle / SpotBugs 通过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48463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✦ 协议标准化：HTTP 协议规范独立于 SDK，双方可按协议自己实现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✦ 一个 SDK，两种角色：通过配置决定主动调用 / 被动响应能力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✦ 透明加解密：业务代码只处理明文，SDK 自动完成握手、加密、续期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✦ 安全合规：国密 SM2/SM3/SM4 全链路，满足等保要求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✦ 工程完备：会话管理、熔断降级、监控告警、异常码体系一应俱全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09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5E8"/>
                </a:solidFill>
                <a:latin typeface="微软雅黑" panose="020B0503020204020204" charset="-122"/>
              </a:defRPr>
            </a:pPr>
            <a:r>
              <a:t>✦ 极简接入：一个依赖 + 一份配置 + 注解/工具类 = 安全通信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5394960"/>
            <a:ext cx="4846320" cy="25400"/>
          </a:xfrm>
          <a:prstGeom prst="rect">
            <a:avLst/>
          </a:prstGeom>
          <a:solidFill>
            <a:srgbClr val="2D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4A6"/>
                </a:solidFill>
                <a:latin typeface="微软雅黑" panose="020B0503020204020204" charset="-122"/>
              </a:defRPr>
            </a:pPr>
            <a:r>
              <a:t>感谢聆听  ·  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12139</Words>
  <Application>WPS 演示</Application>
  <PresentationFormat>On-screen Show (4:3)</PresentationFormat>
  <Paragraphs>1177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欧彬</cp:lastModifiedBy>
  <cp:revision>2</cp:revision>
  <dcterms:created xsi:type="dcterms:W3CDTF">2013-01-27T09:14:00Z</dcterms:created>
  <dcterms:modified xsi:type="dcterms:W3CDTF">2026-07-02T09:31:22Z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EBA099813ACF4793AFEBF68DF38902EC_12</vt:lpwstr>
  </property>
  <property fmtid="{D5CDD505-2E9C-101B-9397-08002B2CF9AE}" pid="3" name="KSOProductBuildVer">
    <vt:lpwstr>2052-12.1.0.26895</vt:lpwstr>
  </property>
</Properties>
</file>